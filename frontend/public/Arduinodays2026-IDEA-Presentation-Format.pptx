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81" r:id="rId2"/>
    <p:sldId id="298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7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3/24/2026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A451C-25BC-DE12-FF2B-A2C717EAC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>
            <a:extLst>
              <a:ext uri="{FF2B5EF4-FFF2-40B4-BE49-F238E27FC236}">
                <a16:creationId xmlns:a16="http://schemas.microsoft.com/office/drawing/2014/main" id="{EB1E91D9-171F-9876-C7FC-707D9D2B8D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>
            <a:extLst>
              <a:ext uri="{FF2B5EF4-FFF2-40B4-BE49-F238E27FC236}">
                <a16:creationId xmlns:a16="http://schemas.microsoft.com/office/drawing/2014/main" id="{2FF6FCE2-8B4E-EDCF-82D8-23298FC4D83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>
            <a:extLst>
              <a:ext uri="{FF2B5EF4-FFF2-40B4-BE49-F238E27FC236}">
                <a16:creationId xmlns:a16="http://schemas.microsoft.com/office/drawing/2014/main" id="{A8C7F39B-BA18-F125-58B6-D5416FC9D9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6018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3/24/2026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3/24/2026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B081F0B-2CBA-83B8-E011-3A1E1AE40207}"/>
              </a:ext>
            </a:extLst>
          </p:cNvPr>
          <p:cNvSpPr txBox="1"/>
          <p:nvPr/>
        </p:nvSpPr>
        <p:spPr>
          <a:xfrm>
            <a:off x="331286" y="1518342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algn="just">
              <a:lnSpc>
                <a:spcPct val="200000"/>
              </a:lnSpc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Software/Hardware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D9DFC8FE-04C6-9C67-88C1-04416CBD09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227490" y="184547"/>
            <a:ext cx="3066071" cy="653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658C3A4-C199-837B-9087-5B87D46DC1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1508" y="243226"/>
            <a:ext cx="2413002" cy="771312"/>
          </a:xfrm>
          <a:prstGeom prst="rect">
            <a:avLst/>
          </a:prstGeom>
        </p:spPr>
      </p:pic>
      <p:sp>
        <p:nvSpPr>
          <p:cNvPr id="13" name="Title 7">
            <a:extLst>
              <a:ext uri="{FF2B5EF4-FFF2-40B4-BE49-F238E27FC236}">
                <a16:creationId xmlns:a16="http://schemas.microsoft.com/office/drawing/2014/main" id="{3D8AF624-3442-52A6-BEF6-57820F203296}"/>
              </a:ext>
            </a:extLst>
          </p:cNvPr>
          <p:cNvSpPr txBox="1">
            <a:spLocks/>
          </p:cNvSpPr>
          <p:nvPr/>
        </p:nvSpPr>
        <p:spPr bwMode="auto">
          <a:xfrm>
            <a:off x="583114" y="-526758"/>
            <a:ext cx="10363200" cy="207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4000" b="1">
                <a:solidFill>
                  <a:schemeClr val="tx2"/>
                </a:solidFill>
                <a:latin typeface="Garamond" panose="02020404030301010803" pitchFamily="18" charset="0"/>
              </a:rPr>
              <a:t>           ARDUINO DAYS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4" name="Subtitle 3">
            <a:extLst>
              <a:ext uri="{FF2B5EF4-FFF2-40B4-BE49-F238E27FC236}">
                <a16:creationId xmlns:a16="http://schemas.microsoft.com/office/drawing/2014/main" id="{0BCA9E91-F5E5-42A4-A343-54E943682F94}"/>
              </a:ext>
            </a:extLst>
          </p:cNvPr>
          <p:cNvSpPr txBox="1">
            <a:spLocks/>
          </p:cNvSpPr>
          <p:nvPr/>
        </p:nvSpPr>
        <p:spPr bwMode="auto">
          <a:xfrm>
            <a:off x="1245686" y="648614"/>
            <a:ext cx="85344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TradeGothic"/>
                <a:ea typeface="ＭＳ Ｐゴシック" charset="0"/>
                <a:cs typeface="+mn-cs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TradeGothic"/>
                <a:ea typeface="ＭＳ Ｐゴシック" charset="0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TradeGothic"/>
                <a:ea typeface="ＭＳ Ｐゴシック" charset="0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TradeGothic"/>
                <a:ea typeface="ＭＳ Ｐゴシック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F7064-796D-5535-B723-508381AE0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>
            <a:extLst>
              <a:ext uri="{FF2B5EF4-FFF2-40B4-BE49-F238E27FC236}">
                <a16:creationId xmlns:a16="http://schemas.microsoft.com/office/drawing/2014/main" id="{6E41C63F-62F7-94D8-D463-DA2D9790D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>
            <a:extLst>
              <a:ext uri="{FF2B5EF4-FFF2-40B4-BE49-F238E27FC236}">
                <a16:creationId xmlns:a16="http://schemas.microsoft.com/office/drawing/2014/main" id="{147D721E-22BC-AC43-B8D4-C1E321C6FD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Detailed explanation of the proposed solution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How it addresses the problem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Innovation and uniqueness of the solution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156340-F240-9E26-F9E6-848AAEEF6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41CA5F7-D3A0-9189-3F1D-027F62255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8D47FA97-B3AF-50FB-7389-D288EEC380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9287726" y="252246"/>
            <a:ext cx="2676411" cy="570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68026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F5E50306-A598-3BEC-9F52-20837557F4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9287726" y="252246"/>
            <a:ext cx="2676411" cy="570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329773" y="-69593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EC18D849-DA4E-EFA7-C7BA-B841F87C64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9287726" y="252246"/>
            <a:ext cx="2676411" cy="570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8CF7974E-6551-36FA-22BF-A5E0A121E5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9287726" y="252246"/>
            <a:ext cx="2676411" cy="570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27863" y="-33881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12F0D451-B2C1-C656-FC00-EE55369CC8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9287726" y="252246"/>
            <a:ext cx="2676411" cy="570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Instructions) when you present your poster</a:t>
            </a: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05C5F349-A4BE-C027-FB55-1D8225DFA6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9287726" y="252246"/>
            <a:ext cx="2676411" cy="570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7499</TotalTime>
  <Words>313</Words>
  <Application>Microsoft Office PowerPoint</Application>
  <PresentationFormat>Widescreen</PresentationFormat>
  <Paragraphs>58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PowerPoint Presentation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Sanjay Kumar Chitturi</cp:lastModifiedBy>
  <cp:revision>149</cp:revision>
  <dcterms:created xsi:type="dcterms:W3CDTF">2013-12-12T18:46:50Z</dcterms:created>
  <dcterms:modified xsi:type="dcterms:W3CDTF">2026-03-24T16:46:41Z</dcterms:modified>
  <cp:category/>
</cp:coreProperties>
</file>